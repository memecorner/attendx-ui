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pl/word/media/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65760"/>
            <a:ext cx="201168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| PBL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and Leave Management System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38: Design and Implementation of a Database Management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474720"/>
            <a:ext cx="1097280" cy="457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(AI and ML), School of Technology, Woxsen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Dr. C. Nagaraju | Academic Year 2026 – 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Shift-based organisations consolidate rosters, punches, overtime and leave by hand. This causes double-booked staff, invalid punch times, unapproved overtime, leave beyond balance and payroll disputes.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ER model and relational schema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to Third Normal 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rules with constraints and triggers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application on the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positive and negative tests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Proposed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departments, shifts and rosters, clock-in/out, daily summary, overtime, leave types, balances and approvals, holidays, reports.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3566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64008" cy="3566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 punch, apply leave, request overtime.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roster, approvals.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HR: master data and reports.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3566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64008" cy="3566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6304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→ clock in/out → work-hour calculation → overtime / leave request → approval → balance update → reports.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330" y="914400"/>
            <a:ext cx="5597340" cy="3794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entities | 1:N relationships from employee, shift and leave type | PK, FK and unique attributes marked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 and Normalization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 (also BCNF)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became a relation; 1:N links are foreign keys on the many side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shift details separated to remove transitive dependencies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keys: (emp_id, work_date) for summary, (emp_id, leave_type_id, year) for balance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leave is derived in a view, not stored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used: PK, FK, UNIQUE, NOT NULL, CHECK, DEFAULT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in the Database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0350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64008" cy="60350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0058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shifts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0584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+ roster trigger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229600" cy="60350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19072"/>
            <a:ext cx="64008" cy="60350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7190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Clock-out after clock-in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1907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+ update trigger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60350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32304"/>
            <a:ext cx="64008" cy="60350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4323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within balance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43230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leave application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8229600" cy="60350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45536"/>
            <a:ext cx="64008" cy="60350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455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overtime only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14553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daily summary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8229600" cy="60350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58768"/>
            <a:ext cx="64008" cy="60350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587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summary per employee per day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85876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(emp_id, work_date)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00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16002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with the sqlite3 module, SQLite 3.45.1, console menu. All SQL uses parameterised queries.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600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51560"/>
            <a:ext cx="64008" cy="16002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updates status, approval log and balance in one transaction with rollback on error.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17830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64008" cy="17830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077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461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maintenance (CRUD) | Roster preparation | Clock-in / clock-out | Work-hour calculation (worked, late, approved overtime) | Overtime approval | Leave processing | Reports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4907797" cy="1828800"/>
          </a:xfrm>
          <a:prstGeom prst="rect">
            <a:avLst/>
          </a:prstGeom>
        </p:spPr>
      </p:pic>
      <p:pic>
        <p:nvPicPr>
          <p:cNvPr id="7" name="Image 1" descr="fig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34640"/>
            <a:ext cx="4649492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00584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Clock-in, clock-out and work-hour calculation: worked time, lateness and approved overtime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updates the balance in one transaction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inputs show clear database messages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passed, including negative cases: overlapping shift, clock-out before clock-in, excess leave, unauthorised overtime, duplicate summary, foreign key and unique violations, rollback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005840"/>
            <a:ext cx="4389120" cy="3611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005840"/>
            <a:ext cx="64008" cy="36118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078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(SQL concepts)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41732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roster: JOIN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Lateness: view + WHERE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Absence: NOT EXISTS subquery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Overtime: GROUP BY + SUM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balance: view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coverage: GROUP BY + HAVING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summary: aggregates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workers: nested query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Joshitha Chintakrinda | 25WU0102109 | DBMS PBL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64008" cy="35661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24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3749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13-entity ER model became a 3NF schema with rules enforced inside the database. The Python application and 14 passing tests show reliable attendance, overtime and leave handling.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6304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MySQL or PostgreSQL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desktop front 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password hashing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integration and payroll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roster suggestions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38 - Employee Attendance, Shift and Leave Management System</dc:title>
  <dc:subject>PptxGenJS Presentation</dc:subject>
  <dc:creator>Joshitha Chintakrinda</dc:creator>
  <cp:lastModifiedBy>Joshitha Chintakrinda</cp:lastModifiedBy>
  <cp:revision>1</cp:revision>
  <dcterms:created xsi:type="dcterms:W3CDTF">2026-10-08T21:05:09Z</dcterms:created>
  <dcterms:modified xsi:type="dcterms:W3CDTF">2026-10-08T21:05:09Z</dcterms:modified>
</cp:coreProperties>
</file>